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60" r:id="rId5"/>
    <p:sldId id="262" r:id="rId6"/>
    <p:sldId id="261" r:id="rId7"/>
    <p:sldId id="264" r:id="rId8"/>
    <p:sldId id="259" r:id="rId9"/>
  </p:sldIdLst>
  <p:sldSz cx="9144000" cy="5143500" type="screen16x9"/>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4FB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3" d="100"/>
          <a:sy n="93" d="100"/>
        </p:scale>
        <p:origin x="726" y="78"/>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1652C1-54FA-CD46-90EF-082DF126EC89}" type="datetimeFigureOut">
              <a:rPr lang="es-ES" smtClean="0"/>
              <a:t>24/07/2019</a:t>
            </a:fld>
            <a:endParaRPr lang="es-ES"/>
          </a:p>
        </p:txBody>
      </p:sp>
      <p:sp>
        <p:nvSpPr>
          <p:cNvPr id="4" name="Marcador de imagen de diapositiva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a:p>
        </p:txBody>
      </p:sp>
      <p:sp>
        <p:nvSpPr>
          <p:cNvPr id="6" name="Marcador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8D09B62-7964-8A4C-9636-36CB120B29AE}" type="slidenum">
              <a:rPr lang="es-ES" smtClean="0"/>
              <a:t>‹Nº›</a:t>
            </a:fld>
            <a:endParaRPr lang="es-ES"/>
          </a:p>
        </p:txBody>
      </p:sp>
    </p:spTree>
    <p:extLst>
      <p:ext uri="{BB962C8B-B14F-4D97-AF65-F5344CB8AC3E}">
        <p14:creationId xmlns:p14="http://schemas.microsoft.com/office/powerpoint/2010/main" val="203178570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smtClean="0"/>
              <a:t>Esta diapositiva no</a:t>
            </a:r>
            <a:r>
              <a:rPr lang="es-ES" baseline="0" dirty="0" smtClean="0"/>
              <a:t> se debe modificar, es la portada y debe permanecer igual para todas las presentaciones</a:t>
            </a:r>
            <a:endParaRPr lang="es-ES" dirty="0"/>
          </a:p>
        </p:txBody>
      </p:sp>
      <p:sp>
        <p:nvSpPr>
          <p:cNvPr id="4" name="Marcador de número de diapositiva 3"/>
          <p:cNvSpPr>
            <a:spLocks noGrp="1"/>
          </p:cNvSpPr>
          <p:nvPr>
            <p:ph type="sldNum" sz="quarter" idx="10"/>
          </p:nvPr>
        </p:nvSpPr>
        <p:spPr/>
        <p:txBody>
          <a:bodyPr/>
          <a:lstStyle/>
          <a:p>
            <a:fld id="{88D09B62-7964-8A4C-9636-36CB120B29AE}" type="slidenum">
              <a:rPr lang="es-ES" smtClean="0"/>
              <a:t>1</a:t>
            </a:fld>
            <a:endParaRPr lang="es-ES"/>
          </a:p>
        </p:txBody>
      </p:sp>
    </p:spTree>
    <p:extLst>
      <p:ext uri="{BB962C8B-B14F-4D97-AF65-F5344CB8AC3E}">
        <p14:creationId xmlns:p14="http://schemas.microsoft.com/office/powerpoint/2010/main" val="38937836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smtClean="0"/>
              <a:t>Escriba en esta diapositiva el titulo de</a:t>
            </a:r>
            <a:r>
              <a:rPr lang="es-ES" baseline="0" dirty="0" smtClean="0"/>
              <a:t> la presentación y si lo desea puede agregar los temas que va exponer.</a:t>
            </a:r>
          </a:p>
          <a:p>
            <a:pPr marL="171450" indent="-171450">
              <a:buFontTx/>
              <a:buChar char="-"/>
            </a:pPr>
            <a:r>
              <a:rPr lang="es-ES" baseline="0" dirty="0" smtClean="0"/>
              <a:t>Si va a dejar solo el titulo déjelo centrado en la diapositiva.</a:t>
            </a:r>
          </a:p>
          <a:p>
            <a:pPr marL="171450" indent="-171450">
              <a:buFontTx/>
              <a:buChar char="-"/>
            </a:pPr>
            <a:r>
              <a:rPr lang="es-ES" baseline="0" dirty="0" smtClean="0"/>
              <a:t>Los textos deben ir en color blanco en tipografía Arial.</a:t>
            </a:r>
            <a:endParaRPr lang="es-ES" dirty="0"/>
          </a:p>
        </p:txBody>
      </p:sp>
      <p:sp>
        <p:nvSpPr>
          <p:cNvPr id="4" name="Marcador de número de diapositiva 3"/>
          <p:cNvSpPr>
            <a:spLocks noGrp="1"/>
          </p:cNvSpPr>
          <p:nvPr>
            <p:ph type="sldNum" sz="quarter" idx="10"/>
          </p:nvPr>
        </p:nvSpPr>
        <p:spPr/>
        <p:txBody>
          <a:bodyPr/>
          <a:lstStyle/>
          <a:p>
            <a:fld id="{88D09B62-7964-8A4C-9636-36CB120B29AE}" type="slidenum">
              <a:rPr lang="es-ES" smtClean="0"/>
              <a:t>2</a:t>
            </a:fld>
            <a:endParaRPr lang="es-ES"/>
          </a:p>
        </p:txBody>
      </p:sp>
    </p:spTree>
    <p:extLst>
      <p:ext uri="{BB962C8B-B14F-4D97-AF65-F5344CB8AC3E}">
        <p14:creationId xmlns:p14="http://schemas.microsoft.com/office/powerpoint/2010/main" val="2794769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smtClean="0"/>
              <a:t>En</a:t>
            </a:r>
            <a:r>
              <a:rPr lang="es-ES" baseline="0" dirty="0" smtClean="0"/>
              <a:t> esta diapositiva puede colocar contenidos y acompañarlos con una fotografía.</a:t>
            </a:r>
          </a:p>
          <a:p>
            <a:pPr marL="171450" indent="-171450">
              <a:buFontTx/>
              <a:buChar char="-"/>
            </a:pPr>
            <a:r>
              <a:rPr lang="es-ES" baseline="0" dirty="0" smtClean="0"/>
              <a:t>Los textos deben ir en azul (utilice el azul que aparece en la opciones de color de letra - -&gt; colores recientes) en tipografía Arial y justificados.</a:t>
            </a:r>
            <a:endParaRPr lang="es-ES" dirty="0"/>
          </a:p>
        </p:txBody>
      </p:sp>
      <p:sp>
        <p:nvSpPr>
          <p:cNvPr id="4" name="Marcador de número de diapositiva 3"/>
          <p:cNvSpPr>
            <a:spLocks noGrp="1"/>
          </p:cNvSpPr>
          <p:nvPr>
            <p:ph type="sldNum" sz="quarter" idx="10"/>
          </p:nvPr>
        </p:nvSpPr>
        <p:spPr/>
        <p:txBody>
          <a:bodyPr/>
          <a:lstStyle/>
          <a:p>
            <a:fld id="{88D09B62-7964-8A4C-9636-36CB120B29AE}" type="slidenum">
              <a:rPr lang="es-ES" smtClean="0"/>
              <a:t>3</a:t>
            </a:fld>
            <a:endParaRPr lang="es-ES"/>
          </a:p>
        </p:txBody>
      </p:sp>
    </p:spTree>
    <p:extLst>
      <p:ext uri="{BB962C8B-B14F-4D97-AF65-F5344CB8AC3E}">
        <p14:creationId xmlns:p14="http://schemas.microsoft.com/office/powerpoint/2010/main" val="42605596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smtClean="0"/>
              <a:t>En</a:t>
            </a:r>
            <a:r>
              <a:rPr lang="es-ES" baseline="0" dirty="0" smtClean="0"/>
              <a:t> esta diapositiva puede colocar contenidos y acompañarlos con una fotografía que vaya a lo alto del formato.</a:t>
            </a:r>
          </a:p>
          <a:p>
            <a:pPr marL="171450" indent="-171450">
              <a:buFontTx/>
              <a:buChar char="-"/>
            </a:pPr>
            <a:r>
              <a:rPr lang="es-ES" baseline="0" dirty="0" smtClean="0"/>
              <a:t>Los textos deben ir en azul (utilice el azul que aparece en la opciones de color de letra - -&gt; colores recientes) en tipografía Arial y justificados.</a:t>
            </a:r>
            <a:endParaRPr lang="es-ES" dirty="0" smtClean="0"/>
          </a:p>
          <a:p>
            <a:endParaRPr lang="es-ES" dirty="0"/>
          </a:p>
        </p:txBody>
      </p:sp>
      <p:sp>
        <p:nvSpPr>
          <p:cNvPr id="4" name="Marcador de número de diapositiva 3"/>
          <p:cNvSpPr>
            <a:spLocks noGrp="1"/>
          </p:cNvSpPr>
          <p:nvPr>
            <p:ph type="sldNum" sz="quarter" idx="10"/>
          </p:nvPr>
        </p:nvSpPr>
        <p:spPr/>
        <p:txBody>
          <a:bodyPr/>
          <a:lstStyle/>
          <a:p>
            <a:fld id="{88D09B62-7964-8A4C-9636-36CB120B29AE}" type="slidenum">
              <a:rPr lang="es-ES" smtClean="0"/>
              <a:t>4</a:t>
            </a:fld>
            <a:endParaRPr lang="es-ES"/>
          </a:p>
        </p:txBody>
      </p:sp>
    </p:spTree>
    <p:extLst>
      <p:ext uri="{BB962C8B-B14F-4D97-AF65-F5344CB8AC3E}">
        <p14:creationId xmlns:p14="http://schemas.microsoft.com/office/powerpoint/2010/main" val="1232028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smtClean="0"/>
              <a:t>Utilice</a:t>
            </a:r>
            <a:r>
              <a:rPr lang="es-ES" baseline="0" dirty="0" smtClean="0"/>
              <a:t> esta diapositiva si</a:t>
            </a:r>
            <a:r>
              <a:rPr lang="es-ES" dirty="0" smtClean="0"/>
              <a:t> necesita</a:t>
            </a:r>
            <a:r>
              <a:rPr lang="es-ES" baseline="0" dirty="0" smtClean="0"/>
              <a:t> incluir textos más extensos.</a:t>
            </a:r>
          </a:p>
          <a:p>
            <a:pPr marL="171450" indent="-171450">
              <a:buFontTx/>
              <a:buChar char="-"/>
            </a:pPr>
            <a:r>
              <a:rPr lang="es-ES" baseline="0" dirty="0" smtClean="0"/>
              <a:t>Los textos deben ir en azul (utilice el azul que aparece en la opciones de color de letra - -&gt; colores recientes) en tipografía Arial y justificados.</a:t>
            </a:r>
            <a:endParaRPr lang="es-ES" dirty="0" smtClean="0"/>
          </a:p>
          <a:p>
            <a:pPr marL="171450" indent="-171450">
              <a:buFontTx/>
              <a:buChar char="-"/>
            </a:pPr>
            <a:r>
              <a:rPr lang="es-ES" baseline="0" dirty="0" smtClean="0"/>
              <a:t>Asegúrese que los textos no se monten sobre la franja verde.</a:t>
            </a:r>
            <a:endParaRPr lang="es-ES" dirty="0" smtClean="0"/>
          </a:p>
        </p:txBody>
      </p:sp>
      <p:sp>
        <p:nvSpPr>
          <p:cNvPr id="4" name="Marcador de número de diapositiva 3"/>
          <p:cNvSpPr>
            <a:spLocks noGrp="1"/>
          </p:cNvSpPr>
          <p:nvPr>
            <p:ph type="sldNum" sz="quarter" idx="10"/>
          </p:nvPr>
        </p:nvSpPr>
        <p:spPr/>
        <p:txBody>
          <a:bodyPr/>
          <a:lstStyle/>
          <a:p>
            <a:fld id="{88D09B62-7964-8A4C-9636-36CB120B29AE}" type="slidenum">
              <a:rPr lang="es-ES" smtClean="0"/>
              <a:t>5</a:t>
            </a:fld>
            <a:endParaRPr lang="es-ES"/>
          </a:p>
        </p:txBody>
      </p:sp>
    </p:spTree>
    <p:extLst>
      <p:ext uri="{BB962C8B-B14F-4D97-AF65-F5344CB8AC3E}">
        <p14:creationId xmlns:p14="http://schemas.microsoft.com/office/powerpoint/2010/main" val="2904416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smtClean="0"/>
              <a:t>Utilice esta diapositiva para incluir tablas y gráficos.</a:t>
            </a:r>
            <a:endParaRPr lang="es-ES" baseline="0" dirty="0" smtClean="0"/>
          </a:p>
          <a:p>
            <a:pPr marL="171450" indent="-171450">
              <a:buFontTx/>
              <a:buChar char="-"/>
            </a:pPr>
            <a:r>
              <a:rPr lang="es-ES" baseline="0" dirty="0" smtClean="0"/>
              <a:t>Los textos deben ir en azul (utilice el azul que aparece en la opciones de color de letra - -&gt; colores recientes) en tipografía Arial.</a:t>
            </a:r>
            <a:endParaRPr lang="es-ES" dirty="0" smtClean="0"/>
          </a:p>
        </p:txBody>
      </p:sp>
      <p:sp>
        <p:nvSpPr>
          <p:cNvPr id="4" name="Marcador de número de diapositiva 3"/>
          <p:cNvSpPr>
            <a:spLocks noGrp="1"/>
          </p:cNvSpPr>
          <p:nvPr>
            <p:ph type="sldNum" sz="quarter" idx="10"/>
          </p:nvPr>
        </p:nvSpPr>
        <p:spPr/>
        <p:txBody>
          <a:bodyPr/>
          <a:lstStyle/>
          <a:p>
            <a:fld id="{88D09B62-7964-8A4C-9636-36CB120B29AE}" type="slidenum">
              <a:rPr lang="es-ES" smtClean="0"/>
              <a:t>6</a:t>
            </a:fld>
            <a:endParaRPr lang="es-ES"/>
          </a:p>
        </p:txBody>
      </p:sp>
    </p:spTree>
    <p:extLst>
      <p:ext uri="{BB962C8B-B14F-4D97-AF65-F5344CB8AC3E}">
        <p14:creationId xmlns:p14="http://schemas.microsoft.com/office/powerpoint/2010/main" val="2773784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smtClean="0"/>
              <a:t>Utilice</a:t>
            </a:r>
            <a:r>
              <a:rPr lang="es-ES" baseline="0" dirty="0" smtClean="0"/>
              <a:t> esta diapositiva como introducción de una nueva sección de la presentación o para destacar una frase clave.</a:t>
            </a:r>
          </a:p>
          <a:p>
            <a:pPr marL="171450" indent="-171450">
              <a:buFontTx/>
              <a:buChar char="-"/>
            </a:pPr>
            <a:r>
              <a:rPr lang="es-ES" baseline="0" dirty="0" smtClean="0"/>
              <a:t>Al tener una foto de fondo los textos deben ser concisos.</a:t>
            </a:r>
          </a:p>
          <a:p>
            <a:pPr marL="171450" indent="-171450">
              <a:buFontTx/>
              <a:buChar char="-"/>
            </a:pPr>
            <a:r>
              <a:rPr lang="es-ES" baseline="0" dirty="0" smtClean="0"/>
              <a:t>Los textos debe ir en blanco utilizando la tipografía Arial con un tamaño mínimo de 16 puntos.</a:t>
            </a:r>
          </a:p>
          <a:p>
            <a:pPr marL="171450" indent="-171450">
              <a:buFontTx/>
              <a:buChar char="-"/>
            </a:pPr>
            <a:r>
              <a:rPr lang="es-ES" baseline="0" dirty="0" smtClean="0"/>
              <a:t>Esta diapositiva es completamente editable, usted puede borrar la imagen de fondo e insertar una nueva fotografía. Asegúrese que al momento de hacerlo, no borre el logo del SENA que aparece en la parte superior izquierda, ni tampoco borre el recuadro negro con transparencia del lado derecho ya que este es indispensable para garantizar lectura del texto sobre la imagen. Así mismo recuerde que al insertar la nueva fotografía debe darle en la opción: </a:t>
            </a:r>
            <a:r>
              <a:rPr lang="es-ES" baseline="0" dirty="0" err="1" smtClean="0"/>
              <a:t>click</a:t>
            </a:r>
            <a:r>
              <a:rPr lang="es-ES" baseline="0" dirty="0" smtClean="0"/>
              <a:t> </a:t>
            </a:r>
            <a:r>
              <a:rPr lang="es-ES" baseline="0" smtClean="0"/>
              <a:t>derecho </a:t>
            </a:r>
            <a:r>
              <a:rPr lang="es-ES" baseline="0" smtClean="0">
                <a:sym typeface="Wingdings"/>
              </a:rPr>
              <a:t> </a:t>
            </a:r>
            <a:r>
              <a:rPr lang="es-ES" baseline="0" dirty="0" smtClean="0">
                <a:sym typeface="Wingdings"/>
              </a:rPr>
              <a:t>enviar </a:t>
            </a:r>
            <a:r>
              <a:rPr lang="es-ES" baseline="0" smtClean="0">
                <a:sym typeface="Wingdings"/>
              </a:rPr>
              <a:t>al fondo.</a:t>
            </a:r>
            <a:endParaRPr lang="es-ES" dirty="0"/>
          </a:p>
        </p:txBody>
      </p:sp>
      <p:sp>
        <p:nvSpPr>
          <p:cNvPr id="4" name="Marcador de número de diapositiva 3"/>
          <p:cNvSpPr>
            <a:spLocks noGrp="1"/>
          </p:cNvSpPr>
          <p:nvPr>
            <p:ph type="sldNum" sz="quarter" idx="10"/>
          </p:nvPr>
        </p:nvSpPr>
        <p:spPr/>
        <p:txBody>
          <a:bodyPr/>
          <a:lstStyle/>
          <a:p>
            <a:fld id="{88D09B62-7964-8A4C-9636-36CB120B29AE}" type="slidenum">
              <a:rPr lang="es-ES" smtClean="0"/>
              <a:t>7</a:t>
            </a:fld>
            <a:endParaRPr lang="es-ES"/>
          </a:p>
        </p:txBody>
      </p:sp>
    </p:spTree>
    <p:extLst>
      <p:ext uri="{BB962C8B-B14F-4D97-AF65-F5344CB8AC3E}">
        <p14:creationId xmlns:p14="http://schemas.microsoft.com/office/powerpoint/2010/main" val="3023882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smtClean="0"/>
              <a:t>Utilice</a:t>
            </a:r>
            <a:r>
              <a:rPr lang="es-ES" baseline="0" dirty="0" smtClean="0"/>
              <a:t> esta diapositiva al final de su presentación</a:t>
            </a:r>
          </a:p>
          <a:p>
            <a:pPr marL="171450" indent="-171450">
              <a:buFontTx/>
              <a:buChar char="-"/>
            </a:pPr>
            <a:r>
              <a:rPr lang="es-ES" baseline="0" smtClean="0"/>
              <a:t>Esta </a:t>
            </a:r>
            <a:r>
              <a:rPr lang="es-ES" baseline="0" dirty="0" smtClean="0"/>
              <a:t>diapositiva no debe modificarse</a:t>
            </a:r>
            <a:endParaRPr lang="es-ES" dirty="0"/>
          </a:p>
        </p:txBody>
      </p:sp>
      <p:sp>
        <p:nvSpPr>
          <p:cNvPr id="4" name="Marcador de número de diapositiva 3"/>
          <p:cNvSpPr>
            <a:spLocks noGrp="1"/>
          </p:cNvSpPr>
          <p:nvPr>
            <p:ph type="sldNum" sz="quarter" idx="10"/>
          </p:nvPr>
        </p:nvSpPr>
        <p:spPr/>
        <p:txBody>
          <a:bodyPr/>
          <a:lstStyle/>
          <a:p>
            <a:fld id="{88D09B62-7964-8A4C-9636-36CB120B29AE}" type="slidenum">
              <a:rPr lang="es-ES" smtClean="0"/>
              <a:t>8</a:t>
            </a:fld>
            <a:endParaRPr lang="es-ES"/>
          </a:p>
        </p:txBody>
      </p:sp>
    </p:spTree>
    <p:extLst>
      <p:ext uri="{BB962C8B-B14F-4D97-AF65-F5344CB8AC3E}">
        <p14:creationId xmlns:p14="http://schemas.microsoft.com/office/powerpoint/2010/main" val="36494749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3" name="Imagen 2" descr="Plantilla-presentaciones_naranja_portad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967866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pic>
        <p:nvPicPr>
          <p:cNvPr id="2" name="Imagen 1" descr="Plantilla presentaciones_naranja_Mesa de trabajo 1 copi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3913925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pic>
        <p:nvPicPr>
          <p:cNvPr id="2" name="Imagen 1" descr="Plantilla presentaciones_naranja_Mesa de trabajo 1 copia 2.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345570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pic>
        <p:nvPicPr>
          <p:cNvPr id="2" name="Imagen 1" descr="plantillappt_05.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469976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173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pic>
        <p:nvPicPr>
          <p:cNvPr id="3" name="Imagen 2" descr="Plantilla-presentaciones_naranja_cierr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1749994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457200" y="205979"/>
            <a:ext cx="8229600" cy="857250"/>
          </a:xfrm>
        </p:spPr>
        <p:txBody>
          <a:bodyPr/>
          <a:lstStyle>
            <a:lvl1pPr>
              <a:defRPr/>
            </a:lvl1pPr>
          </a:lstStyle>
          <a:p>
            <a:r>
              <a:rPr lang="es-ES_tradnl" smtClean="0"/>
              <a:t>Clic para editar título</a:t>
            </a:r>
            <a:endParaRPr lang="es-ES"/>
          </a:p>
        </p:txBody>
      </p:sp>
      <p:sp>
        <p:nvSpPr>
          <p:cNvPr id="3" name="Marcador de texto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smtClean="0"/>
              <a:t>Haga clic para modificar el estilo de texto del patrón</a:t>
            </a:r>
          </a:p>
        </p:txBody>
      </p:sp>
      <p:sp>
        <p:nvSpPr>
          <p:cNvPr id="4" name="Marcador de contenido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a:p>
        </p:txBody>
      </p:sp>
      <p:sp>
        <p:nvSpPr>
          <p:cNvPr id="5" name="Marcador de texto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smtClean="0"/>
              <a:t>Haga clic para modificar el estilo de texto del patrón</a:t>
            </a:r>
          </a:p>
        </p:txBody>
      </p:sp>
      <p:sp>
        <p:nvSpPr>
          <p:cNvPr id="6" name="Marcador de contenido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a:p>
        </p:txBody>
      </p:sp>
      <p:sp>
        <p:nvSpPr>
          <p:cNvPr id="7" name="Marcador de fecha 6"/>
          <p:cNvSpPr>
            <a:spLocks noGrp="1"/>
          </p:cNvSpPr>
          <p:nvPr>
            <p:ph type="dt" sz="half" idx="10"/>
          </p:nvPr>
        </p:nvSpPr>
        <p:spPr/>
        <p:txBody>
          <a:bodyPr/>
          <a:lstStyle/>
          <a:p>
            <a:fld id="{9315191A-A0A9-294A-9DF6-EE4FF7E8A271}" type="datetimeFigureOut">
              <a:rPr lang="es-ES" smtClean="0"/>
              <a:t>24/07/2019</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84F79F1B-258F-D34A-B83D-65B8590C7617}" type="slidenum">
              <a:rPr lang="es-ES" smtClean="0"/>
              <a:t>‹Nº›</a:t>
            </a:fld>
            <a:endParaRPr lang="es-ES"/>
          </a:p>
        </p:txBody>
      </p:sp>
    </p:spTree>
    <p:extLst>
      <p:ext uri="{BB962C8B-B14F-4D97-AF65-F5344CB8AC3E}">
        <p14:creationId xmlns:p14="http://schemas.microsoft.com/office/powerpoint/2010/main" val="2233219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
          </a:p>
        </p:txBody>
      </p:sp>
      <p:sp>
        <p:nvSpPr>
          <p:cNvPr id="3" name="Marcador de fecha 2"/>
          <p:cNvSpPr>
            <a:spLocks noGrp="1"/>
          </p:cNvSpPr>
          <p:nvPr>
            <p:ph type="dt" sz="half" idx="10"/>
          </p:nvPr>
        </p:nvSpPr>
        <p:spPr/>
        <p:txBody>
          <a:bodyPr/>
          <a:lstStyle/>
          <a:p>
            <a:fld id="{9315191A-A0A9-294A-9DF6-EE4FF7E8A271}" type="datetimeFigureOut">
              <a:rPr lang="es-ES" smtClean="0"/>
              <a:t>24/07/2019</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84F79F1B-258F-D34A-B83D-65B8590C7617}" type="slidenum">
              <a:rPr lang="es-ES" smtClean="0"/>
              <a:t>‹Nº›</a:t>
            </a:fld>
            <a:endParaRPr lang="es-ES"/>
          </a:p>
        </p:txBody>
      </p:sp>
    </p:spTree>
    <p:extLst>
      <p:ext uri="{BB962C8B-B14F-4D97-AF65-F5344CB8AC3E}">
        <p14:creationId xmlns:p14="http://schemas.microsoft.com/office/powerpoint/2010/main" val="1764328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9315191A-A0A9-294A-9DF6-EE4FF7E8A271}" type="datetimeFigureOut">
              <a:rPr lang="es-ES" smtClean="0"/>
              <a:t>24/07/2019</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84F79F1B-258F-D34A-B83D-65B8590C7617}" type="slidenum">
              <a:rPr lang="es-ES" smtClean="0"/>
              <a:t>‹Nº›</a:t>
            </a:fld>
            <a:endParaRPr lang="es-ES"/>
          </a:p>
        </p:txBody>
      </p:sp>
    </p:spTree>
    <p:extLst>
      <p:ext uri="{BB962C8B-B14F-4D97-AF65-F5344CB8AC3E}">
        <p14:creationId xmlns:p14="http://schemas.microsoft.com/office/powerpoint/2010/main" val="219678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1" y="204787"/>
            <a:ext cx="3008313" cy="871538"/>
          </a:xfrm>
        </p:spPr>
        <p:txBody>
          <a:bodyPr anchor="b"/>
          <a:lstStyle>
            <a:lvl1pPr algn="l">
              <a:defRPr sz="2000" b="1"/>
            </a:lvl1pPr>
          </a:lstStyle>
          <a:p>
            <a:r>
              <a:rPr lang="es-ES_tradnl" smtClean="0"/>
              <a:t>Clic para editar título</a:t>
            </a:r>
            <a:endParaRPr lang="es-ES"/>
          </a:p>
        </p:txBody>
      </p:sp>
      <p:sp>
        <p:nvSpPr>
          <p:cNvPr id="3" name="Marcador de contenido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a:p>
        </p:txBody>
      </p:sp>
      <p:sp>
        <p:nvSpPr>
          <p:cNvPr id="4" name="Marcador de texto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smtClean="0"/>
              <a:t>Haga clic para modificar el estilo de texto del patrón</a:t>
            </a:r>
          </a:p>
        </p:txBody>
      </p:sp>
      <p:sp>
        <p:nvSpPr>
          <p:cNvPr id="5" name="Marcador de fecha 4"/>
          <p:cNvSpPr>
            <a:spLocks noGrp="1"/>
          </p:cNvSpPr>
          <p:nvPr>
            <p:ph type="dt" sz="half" idx="10"/>
          </p:nvPr>
        </p:nvSpPr>
        <p:spPr/>
        <p:txBody>
          <a:bodyPr/>
          <a:lstStyle/>
          <a:p>
            <a:fld id="{9315191A-A0A9-294A-9DF6-EE4FF7E8A271}" type="datetimeFigureOut">
              <a:rPr lang="es-ES" smtClean="0"/>
              <a:t>24/07/2019</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84F79F1B-258F-D34A-B83D-65B8590C7617}" type="slidenum">
              <a:rPr lang="es-ES" smtClean="0"/>
              <a:t>‹Nº›</a:t>
            </a:fld>
            <a:endParaRPr lang="es-ES"/>
          </a:p>
        </p:txBody>
      </p:sp>
    </p:spTree>
    <p:extLst>
      <p:ext uri="{BB962C8B-B14F-4D97-AF65-F5344CB8AC3E}">
        <p14:creationId xmlns:p14="http://schemas.microsoft.com/office/powerpoint/2010/main" val="1883728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3600450"/>
            <a:ext cx="5486400" cy="425054"/>
          </a:xfrm>
        </p:spPr>
        <p:txBody>
          <a:bodyPr anchor="b"/>
          <a:lstStyle>
            <a:lvl1pPr algn="l">
              <a:defRPr sz="2000" b="1"/>
            </a:lvl1pPr>
          </a:lstStyle>
          <a:p>
            <a:r>
              <a:rPr lang="es-ES_tradnl" smtClean="0"/>
              <a:t>Clic para editar título</a:t>
            </a:r>
            <a:endParaRPr lang="es-ES"/>
          </a:p>
        </p:txBody>
      </p:sp>
      <p:sp>
        <p:nvSpPr>
          <p:cNvPr id="3" name="Marcador de posición de imagen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smtClean="0"/>
              <a:t>Haga clic para modificar el estilo de texto del patrón</a:t>
            </a:r>
          </a:p>
        </p:txBody>
      </p:sp>
      <p:sp>
        <p:nvSpPr>
          <p:cNvPr id="5" name="Marcador de fecha 4"/>
          <p:cNvSpPr>
            <a:spLocks noGrp="1"/>
          </p:cNvSpPr>
          <p:nvPr>
            <p:ph type="dt" sz="half" idx="10"/>
          </p:nvPr>
        </p:nvSpPr>
        <p:spPr/>
        <p:txBody>
          <a:bodyPr/>
          <a:lstStyle/>
          <a:p>
            <a:fld id="{9315191A-A0A9-294A-9DF6-EE4FF7E8A271}" type="datetimeFigureOut">
              <a:rPr lang="es-ES" smtClean="0"/>
              <a:t>24/07/2019</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84F79F1B-258F-D34A-B83D-65B8590C7617}" type="slidenum">
              <a:rPr lang="es-ES" smtClean="0"/>
              <a:t>‹Nº›</a:t>
            </a:fld>
            <a:endParaRPr lang="es-ES"/>
          </a:p>
        </p:txBody>
      </p:sp>
    </p:spTree>
    <p:extLst>
      <p:ext uri="{BB962C8B-B14F-4D97-AF65-F5344CB8AC3E}">
        <p14:creationId xmlns:p14="http://schemas.microsoft.com/office/powerpoint/2010/main" val="35856304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
          </a:p>
        </p:txBody>
      </p:sp>
      <p:sp>
        <p:nvSpPr>
          <p:cNvPr id="3" name="Marcador de texto vertical 2"/>
          <p:cNvSpPr>
            <a:spLocks noGrp="1"/>
          </p:cNvSpPr>
          <p:nvPr>
            <p:ph type="body" orient="vert" idx="1"/>
          </p:nvPr>
        </p:nvSpPr>
        <p:spPr/>
        <p:txBody>
          <a:bodyPr vert="eaVert"/>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a:p>
        </p:txBody>
      </p:sp>
      <p:sp>
        <p:nvSpPr>
          <p:cNvPr id="4" name="Marcador de fecha 3"/>
          <p:cNvSpPr>
            <a:spLocks noGrp="1"/>
          </p:cNvSpPr>
          <p:nvPr>
            <p:ph type="dt" sz="half" idx="10"/>
          </p:nvPr>
        </p:nvSpPr>
        <p:spPr/>
        <p:txBody>
          <a:bodyPr/>
          <a:lstStyle/>
          <a:p>
            <a:fld id="{9315191A-A0A9-294A-9DF6-EE4FF7E8A271}" type="datetimeFigureOut">
              <a:rPr lang="es-ES" smtClean="0"/>
              <a:t>24/07/2019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4F79F1B-258F-D34A-B83D-65B8590C7617}" type="slidenum">
              <a:rPr lang="es-ES" smtClean="0"/>
              <a:t>‹Nº›</a:t>
            </a:fld>
            <a:endParaRPr lang="es-ES"/>
          </a:p>
        </p:txBody>
      </p:sp>
    </p:spTree>
    <p:extLst>
      <p:ext uri="{BB962C8B-B14F-4D97-AF65-F5344CB8AC3E}">
        <p14:creationId xmlns:p14="http://schemas.microsoft.com/office/powerpoint/2010/main" val="231163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154781"/>
            <a:ext cx="2057400" cy="3290888"/>
          </a:xfrm>
        </p:spPr>
        <p:txBody>
          <a:bodyPr vert="eaVert"/>
          <a:lstStyle/>
          <a:p>
            <a:r>
              <a:rPr lang="es-ES_tradnl" smtClean="0"/>
              <a:t>Clic para editar título</a:t>
            </a:r>
            <a:endParaRPr lang="es-ES"/>
          </a:p>
        </p:txBody>
      </p:sp>
      <p:sp>
        <p:nvSpPr>
          <p:cNvPr id="3" name="Marcador de texto vertical 2"/>
          <p:cNvSpPr>
            <a:spLocks noGrp="1"/>
          </p:cNvSpPr>
          <p:nvPr>
            <p:ph type="body" orient="vert" idx="1"/>
          </p:nvPr>
        </p:nvSpPr>
        <p:spPr>
          <a:xfrm>
            <a:off x="457200" y="154781"/>
            <a:ext cx="6019800" cy="3290888"/>
          </a:xfrm>
        </p:spPr>
        <p:txBody>
          <a:bodyPr vert="eaVert"/>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a:p>
        </p:txBody>
      </p:sp>
      <p:sp>
        <p:nvSpPr>
          <p:cNvPr id="4" name="Marcador de fecha 3"/>
          <p:cNvSpPr>
            <a:spLocks noGrp="1"/>
          </p:cNvSpPr>
          <p:nvPr>
            <p:ph type="dt" sz="half" idx="10"/>
          </p:nvPr>
        </p:nvSpPr>
        <p:spPr/>
        <p:txBody>
          <a:bodyPr/>
          <a:lstStyle/>
          <a:p>
            <a:fld id="{9315191A-A0A9-294A-9DF6-EE4FF7E8A271}" type="datetimeFigureOut">
              <a:rPr lang="es-ES" smtClean="0"/>
              <a:t>24/07/2019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84F79F1B-258F-D34A-B83D-65B8590C7617}" type="slidenum">
              <a:rPr lang="es-ES" smtClean="0"/>
              <a:t>‹Nº›</a:t>
            </a:fld>
            <a:endParaRPr lang="es-ES"/>
          </a:p>
        </p:txBody>
      </p:sp>
    </p:spTree>
    <p:extLst>
      <p:ext uri="{BB962C8B-B14F-4D97-AF65-F5344CB8AC3E}">
        <p14:creationId xmlns:p14="http://schemas.microsoft.com/office/powerpoint/2010/main" val="547917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s-ES_tradnl" smtClean="0"/>
              <a:t>Clic para editar título</a:t>
            </a:r>
            <a:endParaRPr lang="es-ES"/>
          </a:p>
        </p:txBody>
      </p:sp>
      <p:sp>
        <p:nvSpPr>
          <p:cNvPr id="3" name="Marcador de texto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a:p>
        </p:txBody>
      </p:sp>
      <p:sp>
        <p:nvSpPr>
          <p:cNvPr id="4" name="Marcador de fecha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315191A-A0A9-294A-9DF6-EE4FF7E8A271}" type="datetimeFigureOut">
              <a:rPr lang="es-ES" smtClean="0"/>
              <a:t>24/07/2019</a:t>
            </a:fld>
            <a:endParaRPr lang="es-ES"/>
          </a:p>
        </p:txBody>
      </p:sp>
      <p:sp>
        <p:nvSpPr>
          <p:cNvPr id="5" name="Marcador de pie de página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4F79F1B-258F-D34A-B83D-65B8590C7617}" type="slidenum">
              <a:rPr lang="es-ES" smtClean="0"/>
              <a:t>‹Nº›</a:t>
            </a:fld>
            <a:endParaRPr lang="es-ES"/>
          </a:p>
        </p:txBody>
      </p:sp>
    </p:spTree>
    <p:extLst>
      <p:ext uri="{BB962C8B-B14F-4D97-AF65-F5344CB8AC3E}">
        <p14:creationId xmlns:p14="http://schemas.microsoft.com/office/powerpoint/2010/main" val="19799848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6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emf"/></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113292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995916" y="1139252"/>
            <a:ext cx="954408" cy="461665"/>
          </a:xfrm>
          <a:prstGeom prst="rect">
            <a:avLst/>
          </a:prstGeom>
          <a:noFill/>
        </p:spPr>
        <p:txBody>
          <a:bodyPr wrap="none" rtlCol="0">
            <a:spAutoFit/>
          </a:bodyPr>
          <a:lstStyle/>
          <a:p>
            <a:r>
              <a:rPr lang="es-ES" sz="2400" dirty="0" smtClean="0">
                <a:solidFill>
                  <a:schemeClr val="bg1"/>
                </a:solidFill>
                <a:latin typeface="Arial"/>
                <a:cs typeface="Arial"/>
              </a:rPr>
              <a:t>Título</a:t>
            </a:r>
            <a:endParaRPr lang="es-ES" sz="2400" dirty="0">
              <a:solidFill>
                <a:schemeClr val="bg1"/>
              </a:solidFill>
              <a:latin typeface="Arial"/>
              <a:cs typeface="Arial"/>
            </a:endParaRPr>
          </a:p>
        </p:txBody>
      </p:sp>
      <p:sp>
        <p:nvSpPr>
          <p:cNvPr id="4" name="CuadroTexto 3"/>
          <p:cNvSpPr txBox="1"/>
          <p:nvPr/>
        </p:nvSpPr>
        <p:spPr>
          <a:xfrm>
            <a:off x="1008690" y="1685337"/>
            <a:ext cx="941634" cy="369332"/>
          </a:xfrm>
          <a:prstGeom prst="rect">
            <a:avLst/>
          </a:prstGeom>
          <a:noFill/>
        </p:spPr>
        <p:txBody>
          <a:bodyPr wrap="none" rtlCol="0">
            <a:spAutoFit/>
          </a:bodyPr>
          <a:lstStyle/>
          <a:p>
            <a:r>
              <a:rPr lang="es-ES" dirty="0" smtClean="0">
                <a:solidFill>
                  <a:schemeClr val="bg1"/>
                </a:solidFill>
                <a:latin typeface="Arial"/>
                <a:cs typeface="Arial"/>
              </a:rPr>
              <a:t>Tema 1</a:t>
            </a:r>
            <a:endParaRPr lang="es-ES" dirty="0">
              <a:solidFill>
                <a:schemeClr val="bg1"/>
              </a:solidFill>
              <a:latin typeface="Arial"/>
              <a:cs typeface="Arial"/>
            </a:endParaRPr>
          </a:p>
        </p:txBody>
      </p:sp>
      <p:cxnSp>
        <p:nvCxnSpPr>
          <p:cNvPr id="6" name="Conector recto 5"/>
          <p:cNvCxnSpPr/>
          <p:nvPr/>
        </p:nvCxnSpPr>
        <p:spPr>
          <a:xfrm>
            <a:off x="1123481" y="2104799"/>
            <a:ext cx="231446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7" name="CuadroTexto 6"/>
          <p:cNvSpPr txBox="1"/>
          <p:nvPr/>
        </p:nvSpPr>
        <p:spPr>
          <a:xfrm>
            <a:off x="1008690" y="2161567"/>
            <a:ext cx="941634" cy="369332"/>
          </a:xfrm>
          <a:prstGeom prst="rect">
            <a:avLst/>
          </a:prstGeom>
          <a:noFill/>
        </p:spPr>
        <p:txBody>
          <a:bodyPr wrap="none" rtlCol="0">
            <a:spAutoFit/>
          </a:bodyPr>
          <a:lstStyle/>
          <a:p>
            <a:r>
              <a:rPr lang="es-ES" dirty="0" smtClean="0">
                <a:solidFill>
                  <a:schemeClr val="bg1"/>
                </a:solidFill>
                <a:latin typeface="Arial"/>
                <a:cs typeface="Arial"/>
              </a:rPr>
              <a:t>Tema 2</a:t>
            </a:r>
            <a:endParaRPr lang="es-ES" dirty="0">
              <a:solidFill>
                <a:schemeClr val="bg1"/>
              </a:solidFill>
              <a:latin typeface="Arial"/>
              <a:cs typeface="Arial"/>
            </a:endParaRPr>
          </a:p>
        </p:txBody>
      </p:sp>
      <p:cxnSp>
        <p:nvCxnSpPr>
          <p:cNvPr id="8" name="Conector recto 7"/>
          <p:cNvCxnSpPr/>
          <p:nvPr/>
        </p:nvCxnSpPr>
        <p:spPr>
          <a:xfrm>
            <a:off x="1123481" y="2581029"/>
            <a:ext cx="2314460" cy="0"/>
          </a:xfrm>
          <a:prstGeom prst="line">
            <a:avLst/>
          </a:prstGeom>
          <a:ln w="95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CuadroTexto 8"/>
          <p:cNvSpPr txBox="1"/>
          <p:nvPr/>
        </p:nvSpPr>
        <p:spPr>
          <a:xfrm>
            <a:off x="1008690" y="2637798"/>
            <a:ext cx="941634" cy="369332"/>
          </a:xfrm>
          <a:prstGeom prst="rect">
            <a:avLst/>
          </a:prstGeom>
          <a:noFill/>
        </p:spPr>
        <p:txBody>
          <a:bodyPr wrap="none" rtlCol="0">
            <a:spAutoFit/>
          </a:bodyPr>
          <a:lstStyle/>
          <a:p>
            <a:r>
              <a:rPr lang="es-ES" dirty="0" smtClean="0">
                <a:solidFill>
                  <a:schemeClr val="bg1"/>
                </a:solidFill>
                <a:latin typeface="Arial"/>
                <a:cs typeface="Arial"/>
              </a:rPr>
              <a:t>Tema 3</a:t>
            </a:r>
            <a:endParaRPr lang="es-ES" dirty="0">
              <a:solidFill>
                <a:schemeClr val="bg1"/>
              </a:solidFill>
              <a:latin typeface="Arial"/>
              <a:cs typeface="Arial"/>
            </a:endParaRPr>
          </a:p>
        </p:txBody>
      </p:sp>
    </p:spTree>
    <p:extLst>
      <p:ext uri="{BB962C8B-B14F-4D97-AF65-F5344CB8AC3E}">
        <p14:creationId xmlns:p14="http://schemas.microsoft.com/office/powerpoint/2010/main" val="40932640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4966163" y="1435365"/>
            <a:ext cx="1082698" cy="523220"/>
          </a:xfrm>
          <a:prstGeom prst="rect">
            <a:avLst/>
          </a:prstGeom>
          <a:noFill/>
        </p:spPr>
        <p:txBody>
          <a:bodyPr wrap="none" rtlCol="0">
            <a:spAutoFit/>
          </a:bodyPr>
          <a:lstStyle/>
          <a:p>
            <a:r>
              <a:rPr lang="es-ES" sz="2800" dirty="0" smtClean="0">
                <a:solidFill>
                  <a:srgbClr val="274FB2"/>
                </a:solidFill>
                <a:latin typeface="Work Sans" panose="00000500000000000000" pitchFamily="2" charset="0"/>
              </a:rPr>
              <a:t>Título</a:t>
            </a:r>
            <a:endParaRPr lang="es-ES" sz="2800" dirty="0">
              <a:solidFill>
                <a:srgbClr val="274FB2"/>
              </a:solidFill>
              <a:latin typeface="Work Sans" panose="00000500000000000000" pitchFamily="2" charset="0"/>
            </a:endParaRPr>
          </a:p>
        </p:txBody>
      </p:sp>
      <p:sp>
        <p:nvSpPr>
          <p:cNvPr id="3" name="CuadroTexto 2"/>
          <p:cNvSpPr txBox="1"/>
          <p:nvPr/>
        </p:nvSpPr>
        <p:spPr>
          <a:xfrm>
            <a:off x="4966163" y="2339623"/>
            <a:ext cx="3014337" cy="1384995"/>
          </a:xfrm>
          <a:prstGeom prst="rect">
            <a:avLst/>
          </a:prstGeom>
          <a:noFill/>
        </p:spPr>
        <p:txBody>
          <a:bodyPr wrap="square" rtlCol="0">
            <a:spAutoFit/>
          </a:bodyPr>
          <a:lstStyle/>
          <a:p>
            <a:pPr algn="just"/>
            <a:r>
              <a:rPr lang="es-CO" sz="1400" dirty="0">
                <a:solidFill>
                  <a:srgbClr val="274FB2"/>
                </a:solidFill>
                <a:latin typeface="Work Sans" panose="00000500000000000000" pitchFamily="2" charset="0"/>
              </a:rPr>
              <a:t>Lorem ipsum dolor sit amet, consectetur adipiscing elit, sed do eiusmod tempor incididunt ut labore et dolore magna aliqua. Ut enim ad minim veniam, quis nostrud </a:t>
            </a:r>
            <a:r>
              <a:rPr lang="es-CO" sz="1400" dirty="0" err="1">
                <a:solidFill>
                  <a:srgbClr val="274FB2"/>
                </a:solidFill>
                <a:latin typeface="Work Sans" panose="00000500000000000000" pitchFamily="2" charset="0"/>
              </a:rPr>
              <a:t>exercitation</a:t>
            </a:r>
            <a:r>
              <a:rPr lang="es-CO" sz="1400" dirty="0">
                <a:solidFill>
                  <a:srgbClr val="274FB2"/>
                </a:solidFill>
                <a:latin typeface="Work Sans" panose="00000500000000000000" pitchFamily="2" charset="0"/>
              </a:rPr>
              <a:t> </a:t>
            </a:r>
            <a:r>
              <a:rPr lang="es-CO" sz="1400" dirty="0" err="1" smtClean="0">
                <a:solidFill>
                  <a:srgbClr val="274FB2"/>
                </a:solidFill>
                <a:latin typeface="Work Sans" panose="00000500000000000000" pitchFamily="2" charset="0"/>
              </a:rPr>
              <a:t>ullamco</a:t>
            </a:r>
            <a:r>
              <a:rPr lang="es-CO" sz="1400" dirty="0">
                <a:solidFill>
                  <a:srgbClr val="274FB2"/>
                </a:solidFill>
                <a:latin typeface="Work Sans" panose="00000500000000000000" pitchFamily="2" charset="0"/>
              </a:rPr>
              <a:t>.</a:t>
            </a:r>
          </a:p>
        </p:txBody>
      </p:sp>
      <p:pic>
        <p:nvPicPr>
          <p:cNvPr id="4" name="Imagen 3" descr="Captura de pantalla 2018-11-28 a las 1.24.22 p.m..png"/>
          <p:cNvPicPr>
            <a:picLocks noChangeAspect="1"/>
          </p:cNvPicPr>
          <p:nvPr/>
        </p:nvPicPr>
        <p:blipFill rotWithShape="1">
          <a:blip r:embed="rId3">
            <a:extLst>
              <a:ext uri="{28A0092B-C50C-407E-A947-70E740481C1C}">
                <a14:useLocalDpi xmlns:a14="http://schemas.microsoft.com/office/drawing/2010/main" val="0"/>
              </a:ext>
            </a:extLst>
          </a:blip>
          <a:srcRect t="7631"/>
          <a:stretch/>
        </p:blipFill>
        <p:spPr>
          <a:xfrm>
            <a:off x="-1" y="1224031"/>
            <a:ext cx="4491893" cy="2695438"/>
          </a:xfrm>
          <a:prstGeom prst="rect">
            <a:avLst/>
          </a:prstGeom>
        </p:spPr>
      </p:pic>
    </p:spTree>
    <p:extLst>
      <p:ext uri="{BB962C8B-B14F-4D97-AF65-F5344CB8AC3E}">
        <p14:creationId xmlns:p14="http://schemas.microsoft.com/office/powerpoint/2010/main" val="25626940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4941744" y="937131"/>
            <a:ext cx="1022736" cy="523220"/>
          </a:xfrm>
          <a:prstGeom prst="rect">
            <a:avLst/>
          </a:prstGeom>
          <a:noFill/>
        </p:spPr>
        <p:txBody>
          <a:bodyPr wrap="none" rtlCol="0">
            <a:spAutoFit/>
          </a:bodyPr>
          <a:lstStyle/>
          <a:p>
            <a:r>
              <a:rPr lang="es-ES" sz="2800" dirty="0" smtClean="0">
                <a:solidFill>
                  <a:srgbClr val="274FB2"/>
                </a:solidFill>
              </a:rPr>
              <a:t>Título</a:t>
            </a:r>
            <a:endParaRPr lang="es-ES" sz="2800" dirty="0">
              <a:solidFill>
                <a:srgbClr val="274FB2"/>
              </a:solidFill>
            </a:endParaRPr>
          </a:p>
        </p:txBody>
      </p:sp>
      <p:sp>
        <p:nvSpPr>
          <p:cNvPr id="3" name="CuadroTexto 2"/>
          <p:cNvSpPr txBox="1"/>
          <p:nvPr/>
        </p:nvSpPr>
        <p:spPr>
          <a:xfrm>
            <a:off x="4941744" y="1762712"/>
            <a:ext cx="3564108" cy="2246769"/>
          </a:xfrm>
          <a:prstGeom prst="rect">
            <a:avLst/>
          </a:prstGeom>
          <a:noFill/>
        </p:spPr>
        <p:txBody>
          <a:bodyPr wrap="square" rtlCol="0">
            <a:spAutoFit/>
          </a:bodyPr>
          <a:lstStyle/>
          <a:p>
            <a:pPr algn="just"/>
            <a:r>
              <a:rPr lang="es-CO" sz="1400" dirty="0">
                <a:solidFill>
                  <a:srgbClr val="274FB2"/>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r>
              <a:rPr lang="es-CO" sz="1400" dirty="0" smtClean="0">
                <a:solidFill>
                  <a:srgbClr val="274FB2"/>
                </a:solidFill>
              </a:rPr>
              <a:t>.</a:t>
            </a:r>
            <a:endParaRPr lang="es-CO" sz="1400" dirty="0">
              <a:solidFill>
                <a:srgbClr val="274FB2"/>
              </a:solidFill>
            </a:endParaRPr>
          </a:p>
        </p:txBody>
      </p:sp>
      <p:pic>
        <p:nvPicPr>
          <p:cNvPr id="4" name="Imagen 3" descr="Captura de pantalla 2017-12-19 a las 2.12.27 p.m..png"/>
          <p:cNvPicPr>
            <a:picLocks noChangeAspect="1"/>
          </p:cNvPicPr>
          <p:nvPr/>
        </p:nvPicPr>
        <p:blipFill rotWithShape="1">
          <a:blip r:embed="rId3">
            <a:extLst>
              <a:ext uri="{28A0092B-C50C-407E-A947-70E740481C1C}">
                <a14:useLocalDpi xmlns:a14="http://schemas.microsoft.com/office/drawing/2010/main" val="0"/>
              </a:ext>
            </a:extLst>
          </a:blip>
          <a:srcRect l="3990" r="46437"/>
          <a:stretch/>
        </p:blipFill>
        <p:spPr>
          <a:xfrm>
            <a:off x="-1" y="0"/>
            <a:ext cx="4528657" cy="5143500"/>
          </a:xfrm>
          <a:prstGeom prst="rect">
            <a:avLst/>
          </a:prstGeom>
        </p:spPr>
      </p:pic>
    </p:spTree>
    <p:extLst>
      <p:ext uri="{BB962C8B-B14F-4D97-AF65-F5344CB8AC3E}">
        <p14:creationId xmlns:p14="http://schemas.microsoft.com/office/powerpoint/2010/main" val="34311605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740737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5924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EDITORIAL3.jpg"/>
          <p:cNvPicPr>
            <a:picLocks noChangeAspect="1"/>
          </p:cNvPicPr>
          <p:nvPr/>
        </p:nvPicPr>
        <p:blipFill rotWithShape="1">
          <a:blip r:embed="rId3">
            <a:extLst>
              <a:ext uri="{28A0092B-C50C-407E-A947-70E740481C1C}">
                <a14:useLocalDpi xmlns:a14="http://schemas.microsoft.com/office/drawing/2010/main" val="0"/>
              </a:ext>
            </a:extLst>
          </a:blip>
          <a:srcRect t="14950"/>
          <a:stretch/>
        </p:blipFill>
        <p:spPr>
          <a:xfrm>
            <a:off x="-40669" y="-42990"/>
            <a:ext cx="9225338" cy="5229480"/>
          </a:xfrm>
          <a:prstGeom prst="rect">
            <a:avLst/>
          </a:prstGeom>
        </p:spPr>
      </p:pic>
      <p:sp>
        <p:nvSpPr>
          <p:cNvPr id="3" name="Rectángulo 2"/>
          <p:cNvSpPr/>
          <p:nvPr/>
        </p:nvSpPr>
        <p:spPr>
          <a:xfrm rot="16200000">
            <a:off x="4596461" y="599207"/>
            <a:ext cx="5302242" cy="3955513"/>
          </a:xfrm>
          <a:prstGeom prst="rect">
            <a:avLst/>
          </a:prstGeom>
          <a:gradFill flip="none" rotWithShape="1">
            <a:gsLst>
              <a:gs pos="100000">
                <a:schemeClr val="tx2">
                  <a:alpha val="0"/>
                </a:schemeClr>
              </a:gs>
              <a:gs pos="0">
                <a:schemeClr val="tx1">
                  <a:alpha val="46000"/>
                </a:schemeClr>
              </a:gs>
            </a:gsLst>
            <a:lin ang="162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8" name="CuadroTexto 7"/>
          <p:cNvSpPr txBox="1"/>
          <p:nvPr/>
        </p:nvSpPr>
        <p:spPr>
          <a:xfrm>
            <a:off x="5888097" y="769998"/>
            <a:ext cx="2780268" cy="461665"/>
          </a:xfrm>
          <a:prstGeom prst="rect">
            <a:avLst/>
          </a:prstGeom>
          <a:noFill/>
        </p:spPr>
        <p:txBody>
          <a:bodyPr wrap="square" rtlCol="0">
            <a:spAutoFit/>
          </a:bodyPr>
          <a:lstStyle/>
          <a:p>
            <a:pPr algn="r"/>
            <a:r>
              <a:rPr lang="es-ES" sz="2400" b="1" dirty="0" smtClean="0">
                <a:solidFill>
                  <a:schemeClr val="bg1"/>
                </a:solidFill>
                <a:latin typeface="Work sans"/>
                <a:cs typeface="Work sans"/>
              </a:rPr>
              <a:t>Título</a:t>
            </a:r>
          </a:p>
        </p:txBody>
      </p:sp>
      <p:sp>
        <p:nvSpPr>
          <p:cNvPr id="9" name="CuadroTexto 8"/>
          <p:cNvSpPr txBox="1"/>
          <p:nvPr/>
        </p:nvSpPr>
        <p:spPr>
          <a:xfrm>
            <a:off x="6331374" y="1598585"/>
            <a:ext cx="2336991" cy="584776"/>
          </a:xfrm>
          <a:prstGeom prst="rect">
            <a:avLst/>
          </a:prstGeom>
          <a:noFill/>
        </p:spPr>
        <p:txBody>
          <a:bodyPr wrap="square" rtlCol="0">
            <a:spAutoFit/>
          </a:bodyPr>
          <a:lstStyle/>
          <a:p>
            <a:pPr algn="r"/>
            <a:r>
              <a:rPr lang="es-ES" sz="1600" dirty="0" smtClean="0">
                <a:solidFill>
                  <a:schemeClr val="bg1"/>
                </a:solidFill>
                <a:latin typeface="Work sans"/>
                <a:cs typeface="Work sans"/>
              </a:rPr>
              <a:t>Espacio para frase concreta.</a:t>
            </a:r>
            <a:endParaRPr lang="es-ES" sz="1600" dirty="0">
              <a:solidFill>
                <a:schemeClr val="bg1"/>
              </a:solidFill>
              <a:latin typeface="Work sans"/>
              <a:cs typeface="Work sans"/>
            </a:endParaRPr>
          </a:p>
        </p:txBody>
      </p:sp>
      <p:pic>
        <p:nvPicPr>
          <p:cNvPr id="11" name="Imagen 10"/>
          <p:cNvPicPr>
            <a:picLocks noChangeAspect="1"/>
          </p:cNvPicPr>
          <p:nvPr/>
        </p:nvPicPr>
        <p:blipFill>
          <a:blip r:embed="rId4"/>
          <a:stretch>
            <a:fillRect/>
          </a:stretch>
        </p:blipFill>
        <p:spPr>
          <a:xfrm flipV="1">
            <a:off x="7940706" y="1431751"/>
            <a:ext cx="642357" cy="41563"/>
          </a:xfrm>
          <a:prstGeom prst="rect">
            <a:avLst/>
          </a:prstGeom>
        </p:spPr>
      </p:pic>
      <p:pic>
        <p:nvPicPr>
          <p:cNvPr id="16" name="Imagen 15" descr="naranja.png"/>
          <p:cNvPicPr>
            <a:picLocks noChangeAspect="1"/>
          </p:cNvPicPr>
          <p:nvPr/>
        </p:nvPicPr>
        <p:blipFill rotWithShape="1">
          <a:blip r:embed="rId5">
            <a:extLst>
              <a:ext uri="{28A0092B-C50C-407E-A947-70E740481C1C}">
                <a14:useLocalDpi xmlns:a14="http://schemas.microsoft.com/office/drawing/2010/main" val="0"/>
              </a:ext>
            </a:extLst>
          </a:blip>
          <a:srcRect l="21032" t="19996" r="22452" b="17818"/>
          <a:stretch/>
        </p:blipFill>
        <p:spPr>
          <a:xfrm>
            <a:off x="297204" y="290458"/>
            <a:ext cx="601377" cy="603694"/>
          </a:xfrm>
          <a:prstGeom prst="rect">
            <a:avLst/>
          </a:prstGeom>
        </p:spPr>
      </p:pic>
    </p:spTree>
    <p:extLst>
      <p:ext uri="{BB962C8B-B14F-4D97-AF65-F5344CB8AC3E}">
        <p14:creationId xmlns:p14="http://schemas.microsoft.com/office/powerpoint/2010/main" val="473391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3742636"/>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151</TotalTime>
  <Words>525</Words>
  <Application>Microsoft Office PowerPoint</Application>
  <PresentationFormat>Presentación en pantalla (16:9)</PresentationFormat>
  <Paragraphs>37</Paragraphs>
  <Slides>8</Slides>
  <Notes>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Calibri</vt:lpstr>
      <vt:lpstr>Wingdings</vt:lpstr>
      <vt:lpstr>Work sans</vt:lpstr>
      <vt:lpstr>Work sans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DIANA GARZON SUAREZ</dc:creator>
  <cp:lastModifiedBy>Liliana Quintero</cp:lastModifiedBy>
  <cp:revision>14</cp:revision>
  <dcterms:created xsi:type="dcterms:W3CDTF">2018-12-10T14:32:57Z</dcterms:created>
  <dcterms:modified xsi:type="dcterms:W3CDTF">2019-07-24T14:32:12Z</dcterms:modified>
</cp:coreProperties>
</file>